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季度销售报告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  <c:pt idx="3">
                  <c:v>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80</c:v>
                </c:pt>
                <c:pt idx="2">
                  <c:v>60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571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2026-05-03T11:59:04Z</dcterms:created>
  <dcterms:modified xsi:type="dcterms:W3CDTF">2026-05-03T11:59:04Z</dcterms:modified>
</cp:coreProperties>
</file>